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presProps" Target="presProps.xml"/>
  <Relationship Id="rId7" Type="http://schemas.openxmlformats.org/officeDocument/2006/relationships/viewProps" Target="viewProps.xml"/>
  <Relationship Id="rId8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267913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opsBlack1.png"/>
  <Relationship Id="rId3" Type="http://schemas.openxmlformats.org/officeDocument/2006/relationships/image" Target="../media/a7e0aef3-5f04-4222-8ddb-dbc8f98778222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opsBlack3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opsBlack4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96100"/>
          <a:chOff x="0" y="0"/>
          <a:chExt cx="9144000" cy="6896100"/>
        </a:xfrm>
      </p:grpSpPr>
      <p:sp>
        <p:nvSpPr>
          <p:cNvPr id="2" name="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" spc="0" u="none" cap="none">
                <a:solidFill>
                  <a:srgbClr val="F8FAFC">
                    <a:alpha val="100000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3" name=""/>
          <p:cNvSpPr txBox="1"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0" y="676275"/>
            <a:ext cx="9144000" cy="9525"/>
          </a:xfrm>
          <a:prstGeom prst="rect">
            <a:avLst/>
          </a:prstGeom>
          <a:solidFill>
            <a:srgbClr val="E2E8F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/>
            </a:r>
          </a:p>
        </p:txBody>
      </p:sp>
      <p:pic>
        <p:nvPicPr>
          <p:cNvPr id="5" name="Loops Logo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133350"/>
            <a:ext cx="838200" cy="419100"/>
          </a:xfrm>
          <a:prstGeom prst="rect">
            <a:avLst/>
          </a:prstGeom>
          <a:noFill/>
        </p:spPr>
      </p:pic>
      <p:sp>
        <p:nvSpPr>
          <p:cNvPr id="6" name=""/>
          <p:cNvSpPr txBox="1"/>
          <p:nvPr/>
        </p:nvSpPr>
        <p:spPr>
          <a:xfrm>
            <a:off x="228600" y="57150"/>
            <a:ext cx="7239000" cy="609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2563EB">
                    <a:alpha val="100000"/>
                  </a:srgbClr>
                </a:solidFill>
                <a:latin typeface="Calibri"/>
              </a:rPr>
              <a:t><![CDATA[[Carousel]  ]]></a:t>
            </a:r>
            <a:br/>
            <a:r>
              <a:rPr lang="en-US" b="1" strike="noStrike" sz="1600" spc="0" u="none" cap="none">
                <a:solidFill>
                  <a:srgbClr val="0F172A">
                    <a:alpha val="100000"/>
                  </a:srgbClr>
                </a:solidFill>
                <a:latin typeface="Calibri"/>
              </a:rPr>
              <a:t><![CDATA[Carousel 1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14900" y="838200"/>
            <a:ext cx="9525" cy="5734050"/>
          </a:xfrm>
          <a:prstGeom prst="rect">
            <a:avLst/>
          </a:prstGeom>
          <a:solidFill>
            <a:srgbClr val="E2E8F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228600" y="838200"/>
            <a:ext cx="457200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7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OST TYPE]]></a:t>
            </a:r>
          </a:p>
        </p:txBody>
      </p:sp>
      <p:sp>
        <p:nvSpPr>
          <p:cNvPr id="9" name=""/>
          <p:cNvSpPr txBox="1"/>
          <p:nvPr/>
        </p:nvSpPr>
        <p:spPr>
          <a:xfrm>
            <a:off x="228600" y="990600"/>
            <a:ext cx="4572000" cy="2571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95250" marR="9525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Carouse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28600" y="1362075"/>
            <a:ext cx="457200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7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CONCEPT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8600" y="1514475"/>
            <a:ext cx="4572000" cy="381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95250" marR="9525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adasdas asdasd wa dsad asd asd asdwda ds fdfdsfdsf asd ad sad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28600" y="2009775"/>
            <a:ext cx="457200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7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CAPTION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28600" y="2162175"/>
            <a:ext cx="4572000" cy="2571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95250" marR="9525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sdfdsfdsfdfsdfdsfdsfs fwrewre w ewr asd we as dsad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228600" y="2533650"/>
            <a:ext cx="457200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7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COPY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8600" y="2686050"/>
            <a:ext cx="4572000" cy="2571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95250" marR="9525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ewrwerewrwerewrewrewrewrewrer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5067300" y="838200"/>
            <a:ext cx="384810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7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REFERENCE IMAGE]]></a:t>
            </a:r>
          </a:p>
        </p:txBody>
      </p:sp>
      <p:pic>
        <p:nvPicPr>
          <p:cNvPr id="17" name="REFERENCE IMAGE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0" y="990600"/>
            <a:ext cx="3838575" cy="2162175"/>
          </a:xfrm>
          <a:prstGeom prst="rect">
            <a:avLst/>
          </a:prstGeom>
          <a:noFill/>
        </p:spPr>
      </p:pic>
      <p:sp>
        <p:nvSpPr>
          <p:cNvPr id="18" name=""/>
          <p:cNvSpPr txBox="1"/>
          <p:nvPr/>
        </p:nvSpPr>
        <p:spPr>
          <a:xfrm>
            <a:off x="0" y="6648450"/>
            <a:ext cx="9144000" cy="20955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228600" y="6686550"/>
            <a:ext cx="86868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Loops Work  ·  Formular  ·  Piston Cup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96100"/>
          <a:chOff x="0" y="0"/>
          <a:chExt cx="9144000" cy="6896100"/>
        </a:xfrm>
      </p:grpSpPr>
      <p:sp>
        <p:nvSpPr>
          <p:cNvPr id="2" name="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" spc="0" u="none" cap="none">
                <a:solidFill>
                  <a:srgbClr val="F8FAFC">
                    <a:alpha val="100000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3" name=""/>
          <p:cNvSpPr txBox="1"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0" y="676275"/>
            <a:ext cx="9144000" cy="9525"/>
          </a:xfrm>
          <a:prstGeom prst="rect">
            <a:avLst/>
          </a:prstGeom>
          <a:solidFill>
            <a:srgbClr val="E2E8F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/>
            </a:r>
          </a:p>
        </p:txBody>
      </p:sp>
      <p:pic>
        <p:nvPicPr>
          <p:cNvPr id="5" name="Loops Logo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133350"/>
            <a:ext cx="838200" cy="419100"/>
          </a:xfrm>
          <a:prstGeom prst="rect">
            <a:avLst/>
          </a:prstGeom>
          <a:noFill/>
        </p:spPr>
      </p:pic>
      <p:sp>
        <p:nvSpPr>
          <p:cNvPr id="6" name=""/>
          <p:cNvSpPr txBox="1"/>
          <p:nvPr/>
        </p:nvSpPr>
        <p:spPr>
          <a:xfrm>
            <a:off x="228600" y="57150"/>
            <a:ext cx="7239000" cy="609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2563EB">
                    <a:alpha val="100000"/>
                  </a:srgbClr>
                </a:solidFill>
                <a:latin typeface="Calibri"/>
              </a:rPr>
              <a:t><![CDATA[[Reels]  ]]></a:t>
            </a:r>
            <a:br/>
            <a:r>
              <a:rPr lang="en-US" b="1" strike="noStrike" sz="1600" spc="0" u="none" cap="none">
                <a:solidFill>
                  <a:srgbClr val="0F172A">
                    <a:alpha val="100000"/>
                  </a:srgbClr>
                </a:solidFill>
                <a:latin typeface="Calibri"/>
              </a:rPr>
              <a:t><![CDATA[Reels 1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8600" y="838200"/>
            <a:ext cx="868680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7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OST TYP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228600" y="990600"/>
            <a:ext cx="8686800" cy="2571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95250" marR="9525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Reel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0" y="6648450"/>
            <a:ext cx="9144000" cy="20955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10" name=""/>
          <p:cNvSpPr txBox="1"/>
          <p:nvPr/>
        </p:nvSpPr>
        <p:spPr>
          <a:xfrm>
            <a:off x="228600" y="6686550"/>
            <a:ext cx="86868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Loops Work  ·  Formular  ·  Piston Cup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96100"/>
          <a:chOff x="0" y="0"/>
          <a:chExt cx="9144000" cy="6896100"/>
        </a:xfrm>
      </p:grpSpPr>
      <p:sp>
        <p:nvSpPr>
          <p:cNvPr id="2" name="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" spc="0" u="none" cap="none">
                <a:solidFill>
                  <a:srgbClr val="F8FAFC">
                    <a:alpha val="100000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3" name=""/>
          <p:cNvSpPr txBox="1"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0" y="676275"/>
            <a:ext cx="9144000" cy="9525"/>
          </a:xfrm>
          <a:prstGeom prst="rect">
            <a:avLst/>
          </a:prstGeom>
          <a:solidFill>
            <a:srgbClr val="E2E8F0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/>
            </a:r>
          </a:p>
        </p:txBody>
      </p:sp>
      <p:pic>
        <p:nvPicPr>
          <p:cNvPr id="5" name="Loops Logo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133350"/>
            <a:ext cx="838200" cy="419100"/>
          </a:xfrm>
          <a:prstGeom prst="rect">
            <a:avLst/>
          </a:prstGeom>
          <a:noFill/>
        </p:spPr>
      </p:pic>
      <p:sp>
        <p:nvSpPr>
          <p:cNvPr id="6" name=""/>
          <p:cNvSpPr txBox="1"/>
          <p:nvPr/>
        </p:nvSpPr>
        <p:spPr>
          <a:xfrm>
            <a:off x="228600" y="57150"/>
            <a:ext cx="7239000" cy="609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2563EB">
                    <a:alpha val="100000"/>
                  </a:srgbClr>
                </a:solidFill>
                <a:latin typeface="Calibri"/>
              </a:rPr>
              <a:t><![CDATA[[Static Post]  ]]></a:t>
            </a:r>
            <a:br/>
            <a:r>
              <a:rPr lang="en-US" b="1" strike="noStrike" sz="1600" spc="0" u="none" cap="none">
                <a:solidFill>
                  <a:srgbClr val="0F172A">
                    <a:alpha val="100000"/>
                  </a:srgbClr>
                </a:solidFill>
                <a:latin typeface="Calibri"/>
              </a:rPr>
              <a:t><![CDATA[Static Post 1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8600" y="838200"/>
            <a:ext cx="868680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7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OST TYP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228600" y="990600"/>
            <a:ext cx="8686800" cy="2571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flat" cmpd="sng" algn="ctr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95250" marR="9525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Static Post]]></a:t>
            </a:r>
          </a:p>
        </p:txBody>
      </p:sp>
      <p:sp>
        <p:nvSpPr>
          <p:cNvPr id="9" name=""/>
          <p:cNvSpPr txBox="1"/>
          <p:nvPr/>
        </p:nvSpPr>
        <p:spPr>
          <a:xfrm>
            <a:off x="0" y="6648450"/>
            <a:ext cx="9144000" cy="20955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10" name=""/>
          <p:cNvSpPr txBox="1"/>
          <p:nvPr/>
        </p:nvSpPr>
        <p:spPr>
          <a:xfrm>
            <a:off x="228600" y="6686550"/>
            <a:ext cx="86868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Loops Work  ·  Formular  ·  Piston Cup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78">
  <a:themeElements>
    <a:clrScheme name="Theme7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2026-07-10T05:54:22Z</dcterms:created>
  <dcterms:modified xsi:type="dcterms:W3CDTF">2026-07-10T05:54:22Z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